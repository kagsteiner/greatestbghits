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F74A45-D4D3-6489-0BCC-0F288EDD4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94F2F07-82E9-1561-0841-DC884BB61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E61B8D-B6A4-3A3F-E19D-64A2B469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8EB7A-1FB6-434F-B914-FDDA8ABC0D30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C629E8-25E3-F8A9-B8A9-342871666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947139-5696-3D4E-CBF7-57A532C20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CBAF-EFAC-4577-A763-30173A0D77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214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600063-7400-D5B2-17E9-B9EC8128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94FE10-889E-2E95-A31F-78E9DED15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5DC62C-E21A-D23A-3275-B0CC54AC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8EB7A-1FB6-434F-B914-FDDA8ABC0D30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FF00C2-3123-10EE-7CD6-3350C18BF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96AB10-DE28-CB67-4F1E-0E3750346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CBAF-EFAC-4577-A763-30173A0D77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639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773ACD-6933-DBF3-E450-B7A8ABA33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3CBD1F-BBA8-DA39-0BAC-A06E6F2A9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652B80-9735-0683-A39D-A95D6754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8EB7A-1FB6-434F-B914-FDDA8ABC0D30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4516F4-AF01-AEAF-0784-983B900C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D5DEBD-F107-7BB7-9278-0BB251638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CBAF-EFAC-4577-A763-30173A0D77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883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8D8351-CCFD-C0AC-33B1-D60DC4ABE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AA7A57-53B6-DBB8-F11E-F65A69DBC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6D2BA4-ED42-B600-4BB4-9A40692FF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D5CA7B-4B2B-2F55-7E71-F62E59FD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8EB7A-1FB6-434F-B914-FDDA8ABC0D30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2938A9-39CA-AE92-357C-062E6C7A0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4FC5A4-43FC-45E7-13A2-82624D966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CBAF-EFAC-4577-A763-30173A0D77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1979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F20BB3-9B02-49BC-059B-7F91FCF84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8DBBF2-2753-54A9-29ED-165643C03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460B3C-9C95-CAB6-84DC-E0CB9147A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BD0F6BD-A6E2-E406-ABB1-A47F8D4B9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56501E3-52B0-DEB4-CC32-6ED3E6BF6E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250179-0A71-93AD-E93F-BE02DEE2D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8EB7A-1FB6-434F-B914-FDDA8ABC0D30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89D14F-A5E0-021A-B34F-754A614F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183D0A2-73CB-5B0D-F8F7-65878663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CBAF-EFAC-4577-A763-30173A0D77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50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5084D-F4D2-A804-E56B-30100C3E0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5BE4AF5-73D2-0C0E-2ED5-8C2B69AAD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8EB7A-1FB6-434F-B914-FDDA8ABC0D30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146B25-C64E-96EE-7E57-C503083EA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67BB63-80DE-8EB1-0C2D-E342D8309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CBAF-EFAC-4577-A763-30173A0D77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496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52BE809-566B-A55B-DA17-CBF86AC29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8EB7A-1FB6-434F-B914-FDDA8ABC0D30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E8821F0-A96E-E75D-1560-ABF441D8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C62606-DB57-5B1B-B3AB-7E2C38AF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CBAF-EFAC-4577-A763-30173A0D77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908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C2264C-0C6F-DEE6-154F-6A1D2166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C4E044-E195-234A-3FC4-B3A4948AD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698694-0BB5-E070-2518-F1B66FF3D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2BE713-1D9E-23AC-FD70-CB56F4A7A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8EB7A-1FB6-434F-B914-FDDA8ABC0D30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E51FD4-23B0-40D3-927B-FC3831BF9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D8E615-BC45-CD26-681F-0B126CDD1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CBAF-EFAC-4577-A763-30173A0D77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8858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A188BA-81A1-433C-40E5-6CEC44A7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51C2227-46E9-2300-A88F-C6277E041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38F9A69-951D-2C59-99F8-9D2957136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402D6E-4BB8-C154-7FBC-3A28921B6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8EB7A-1FB6-434F-B914-FDDA8ABC0D30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C73CEF-C191-D9B2-9557-247A519E9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5CCC90-6BF5-2833-8160-D3C080EA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CBAF-EFAC-4577-A763-30173A0D77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398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7EEADA-1B7F-F8D9-4D66-3EE501D0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1F0F65D-0B5C-CF30-7D07-058B620C1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EB3A1A-AD8D-A265-88E9-8FF60C98D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8EB7A-1FB6-434F-B914-FDDA8ABC0D30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9545E1-4308-D5C0-B279-D39B22832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D5AD91-2B98-E8FA-4080-D07FA27B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CBAF-EFAC-4577-A763-30173A0D77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4777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64DF90B-5D35-1199-1B9C-EBF222A32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81B7A15-ED4D-F6CE-E553-2004EB4C5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D957C3-20AF-0ECE-9D03-23E2A731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8EB7A-1FB6-434F-B914-FDDA8ABC0D30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8B5D56-CA82-FD9C-86C8-4EDF051B7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6CF631-24D4-81E9-0C5A-C4BED90F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DCBAF-EFAC-4577-A763-30173A0D77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8348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E3103A7-9263-D50D-1D3F-604915B5F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0EE569-9F33-33E0-9D67-D09D7078D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350F2F-2783-1C3D-6C3F-A18C3B2E4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88EB7A-1FB6-434F-B914-FDDA8ABC0D30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ABDFC2-0F5A-B1B5-BA74-E9F22FFB5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0C95CF-A404-88D7-FCF8-B11EC2CE8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DCBAF-EFAC-4577-A763-30173A0D77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95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9A5857-F1CC-1981-6FB8-9FC598ECDE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DB6CC46-AE8A-DCAA-2FF0-9B6BFA7C7F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 descr="Ein Bild, das Screenshot, Tex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6E5DEE1C-F5E0-70AC-9725-BB31C7286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984"/>
            <a:ext cx="12192000" cy="6064032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9EEAF295-D47D-BC73-EB43-7877F402387A}"/>
              </a:ext>
            </a:extLst>
          </p:cNvPr>
          <p:cNvSpPr/>
          <p:nvPr/>
        </p:nvSpPr>
        <p:spPr>
          <a:xfrm>
            <a:off x="80467" y="490118"/>
            <a:ext cx="3716122" cy="321869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2CB9711-ED80-8BA6-FCDE-DEA87005EDEE}"/>
              </a:ext>
            </a:extLst>
          </p:cNvPr>
          <p:cNvSpPr txBox="1"/>
          <p:nvPr/>
        </p:nvSpPr>
        <p:spPr>
          <a:xfrm>
            <a:off x="3098574" y="863689"/>
            <a:ext cx="7697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accent1"/>
                </a:solidFill>
              </a:rPr>
              <a:t>Match </a:t>
            </a:r>
            <a:r>
              <a:rPr lang="de-DE" sz="1000" dirty="0" err="1">
                <a:solidFill>
                  <a:schemeClr val="accent1"/>
                </a:solidFill>
              </a:rPr>
              <a:t>info</a:t>
            </a:r>
            <a:endParaRPr lang="de-DE" sz="1000" dirty="0">
              <a:solidFill>
                <a:schemeClr val="accent1"/>
              </a:solidFill>
            </a:endParaRPr>
          </a:p>
        </p:txBody>
      </p:sp>
      <p:cxnSp>
        <p:nvCxnSpPr>
          <p:cNvPr id="9" name="Verbinder: gewinkelt 8">
            <a:extLst>
              <a:ext uri="{FF2B5EF4-FFF2-40B4-BE49-F238E27FC236}">
                <a16:creationId xmlns:a16="http://schemas.microsoft.com/office/drawing/2014/main" id="{FDD6C555-6B5D-C85E-D1F3-C0B8FA10581D}"/>
              </a:ext>
            </a:extLst>
          </p:cNvPr>
          <p:cNvCxnSpPr>
            <a:endCxn id="6" idx="2"/>
          </p:cNvCxnSpPr>
          <p:nvPr/>
        </p:nvCxnSpPr>
        <p:spPr>
          <a:xfrm rot="10800000">
            <a:off x="1938528" y="811988"/>
            <a:ext cx="1167640" cy="172215"/>
          </a:xfrm>
          <a:prstGeom prst="bent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7746C423-D247-1933-3A7F-398CB9FBF2D7}"/>
              </a:ext>
            </a:extLst>
          </p:cNvPr>
          <p:cNvSpPr/>
          <p:nvPr/>
        </p:nvSpPr>
        <p:spPr>
          <a:xfrm>
            <a:off x="5528280" y="490117"/>
            <a:ext cx="586397" cy="321869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E2420BA-3E95-DBE8-2EEB-AA4BDFC1A0F2}"/>
              </a:ext>
            </a:extLst>
          </p:cNvPr>
          <p:cNvSpPr txBox="1"/>
          <p:nvPr/>
        </p:nvSpPr>
        <p:spPr>
          <a:xfrm>
            <a:off x="4265239" y="869163"/>
            <a:ext cx="14734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accent1"/>
                </a:solidFill>
              </a:rPr>
              <a:t>Flip </a:t>
            </a:r>
            <a:r>
              <a:rPr lang="de-DE" sz="1000" dirty="0" err="1">
                <a:solidFill>
                  <a:schemeClr val="accent1"/>
                </a:solidFill>
              </a:rPr>
              <a:t>the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board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vertically</a:t>
            </a:r>
            <a:endParaRPr lang="de-DE" sz="1000" dirty="0">
              <a:solidFill>
                <a:schemeClr val="accent1"/>
              </a:solidFill>
            </a:endParaRPr>
          </a:p>
        </p:txBody>
      </p: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7346D7AE-F02B-6C8D-97F9-7443EF1CB900}"/>
              </a:ext>
            </a:extLst>
          </p:cNvPr>
          <p:cNvCxnSpPr>
            <a:cxnSpLocks/>
            <a:stCxn id="11" idx="3"/>
            <a:endCxn id="10" idx="2"/>
          </p:cNvCxnSpPr>
          <p:nvPr/>
        </p:nvCxnSpPr>
        <p:spPr>
          <a:xfrm flipV="1">
            <a:off x="5738719" y="811986"/>
            <a:ext cx="82760" cy="180288"/>
          </a:xfrm>
          <a:prstGeom prst="bent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90A5D71C-53CB-ECF0-9CAF-98ACDE9344BB}"/>
              </a:ext>
            </a:extLst>
          </p:cNvPr>
          <p:cNvSpPr/>
          <p:nvPr/>
        </p:nvSpPr>
        <p:spPr>
          <a:xfrm>
            <a:off x="6114677" y="490116"/>
            <a:ext cx="586397" cy="321869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F0A83C23-3310-459B-D3C7-830BF5F83FB4}"/>
              </a:ext>
            </a:extLst>
          </p:cNvPr>
          <p:cNvCxnSpPr>
            <a:cxnSpLocks/>
            <a:stCxn id="21" idx="1"/>
            <a:endCxn id="18" idx="2"/>
          </p:cNvCxnSpPr>
          <p:nvPr/>
        </p:nvCxnSpPr>
        <p:spPr>
          <a:xfrm rot="10800000">
            <a:off x="6407876" y="811985"/>
            <a:ext cx="120372" cy="262360"/>
          </a:xfrm>
          <a:prstGeom prst="bent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1C24375B-D19B-EE19-5634-E0CD8B431F57}"/>
              </a:ext>
            </a:extLst>
          </p:cNvPr>
          <p:cNvSpPr txBox="1"/>
          <p:nvPr/>
        </p:nvSpPr>
        <p:spPr>
          <a:xfrm>
            <a:off x="6528248" y="874290"/>
            <a:ext cx="1226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accent1"/>
                </a:solidFill>
              </a:rPr>
              <a:t>Lock </a:t>
            </a:r>
            <a:r>
              <a:rPr lang="de-DE" sz="1000" dirty="0" err="1">
                <a:solidFill>
                  <a:schemeClr val="accent1"/>
                </a:solidFill>
              </a:rPr>
              <a:t>the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board‘s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 err="1">
                <a:solidFill>
                  <a:schemeClr val="accent1"/>
                </a:solidFill>
              </a:rPr>
              <a:t>vertical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orientation</a:t>
            </a:r>
            <a:endParaRPr lang="de-DE" sz="1000" dirty="0">
              <a:solidFill>
                <a:schemeClr val="accent1"/>
              </a:solidFill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21F6AF39-CB6A-763B-105B-937A9C0D3093}"/>
              </a:ext>
            </a:extLst>
          </p:cNvPr>
          <p:cNvSpPr/>
          <p:nvPr/>
        </p:nvSpPr>
        <p:spPr>
          <a:xfrm>
            <a:off x="8394377" y="484371"/>
            <a:ext cx="1112591" cy="321869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BCFB002-4346-529A-70F2-B1F616C48201}"/>
              </a:ext>
            </a:extLst>
          </p:cNvPr>
          <p:cNvSpPr txBox="1"/>
          <p:nvPr/>
        </p:nvSpPr>
        <p:spPr>
          <a:xfrm>
            <a:off x="8337363" y="882282"/>
            <a:ext cx="11913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accent1"/>
                </a:solidFill>
              </a:rPr>
              <a:t>Show </a:t>
            </a:r>
            <a:r>
              <a:rPr lang="de-DE" sz="1000" dirty="0" err="1">
                <a:solidFill>
                  <a:schemeClr val="accent1"/>
                </a:solidFill>
              </a:rPr>
              <a:t>only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quizzes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>
                <a:solidFill>
                  <a:schemeClr val="accent1"/>
                </a:solidFill>
              </a:rPr>
              <a:t>from </a:t>
            </a:r>
            <a:r>
              <a:rPr lang="de-DE" sz="1000" dirty="0" err="1">
                <a:solidFill>
                  <a:schemeClr val="accent1"/>
                </a:solidFill>
              </a:rPr>
              <a:t>blunders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of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 err="1">
                <a:solidFill>
                  <a:schemeClr val="accent1"/>
                </a:solidFill>
              </a:rPr>
              <a:t>this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player</a:t>
            </a:r>
            <a:r>
              <a:rPr lang="de-DE" sz="1000" dirty="0">
                <a:solidFill>
                  <a:schemeClr val="accent1"/>
                </a:solidFill>
              </a:rPr>
              <a:t> (</a:t>
            </a:r>
            <a:r>
              <a:rPr lang="de-DE" sz="1000" dirty="0" err="1">
                <a:solidFill>
                  <a:schemeClr val="accent1"/>
                </a:solidFill>
              </a:rPr>
              <a:t>or</a:t>
            </a:r>
            <a:r>
              <a:rPr lang="de-DE" sz="1000" dirty="0">
                <a:solidFill>
                  <a:schemeClr val="accent1"/>
                </a:solidFill>
              </a:rPr>
              <a:t> all)</a:t>
            </a:r>
          </a:p>
        </p:txBody>
      </p: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14697740-6690-4480-473E-7E6F97AEFCEF}"/>
              </a:ext>
            </a:extLst>
          </p:cNvPr>
          <p:cNvCxnSpPr>
            <a:cxnSpLocks/>
            <a:stCxn id="26" idx="1"/>
            <a:endCxn id="24" idx="1"/>
          </p:cNvCxnSpPr>
          <p:nvPr/>
        </p:nvCxnSpPr>
        <p:spPr>
          <a:xfrm rot="10800000" flipH="1">
            <a:off x="8337363" y="645307"/>
            <a:ext cx="57014" cy="513975"/>
          </a:xfrm>
          <a:prstGeom prst="bentConnector3">
            <a:avLst>
              <a:gd name="adj1" fmla="val -400954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C65C07F3-3F91-1986-B5E5-F30BAF99CBBB}"/>
              </a:ext>
            </a:extLst>
          </p:cNvPr>
          <p:cNvSpPr/>
          <p:nvPr/>
        </p:nvSpPr>
        <p:spPr>
          <a:xfrm>
            <a:off x="9563982" y="484371"/>
            <a:ext cx="1394858" cy="321869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EB3572C-5E4D-EFCF-95D4-EE45DB072593}"/>
              </a:ext>
            </a:extLst>
          </p:cNvPr>
          <p:cNvSpPr txBox="1"/>
          <p:nvPr/>
        </p:nvSpPr>
        <p:spPr>
          <a:xfrm>
            <a:off x="9938093" y="882282"/>
            <a:ext cx="1090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accent1"/>
                </a:solidFill>
              </a:rPr>
              <a:t>Select a </a:t>
            </a:r>
            <a:r>
              <a:rPr lang="de-DE" sz="1000" dirty="0" err="1">
                <a:solidFill>
                  <a:schemeClr val="accent1"/>
                </a:solidFill>
              </a:rPr>
              <a:t>specific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>
                <a:solidFill>
                  <a:schemeClr val="accent1"/>
                </a:solidFill>
              </a:rPr>
              <a:t>match </a:t>
            </a:r>
            <a:r>
              <a:rPr lang="de-DE" sz="1000" dirty="0" err="1">
                <a:solidFill>
                  <a:schemeClr val="accent1"/>
                </a:solidFill>
              </a:rPr>
              <a:t>to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quiz</a:t>
            </a:r>
            <a:endParaRPr lang="de-DE" sz="1000" dirty="0">
              <a:solidFill>
                <a:schemeClr val="accent1"/>
              </a:solidFill>
            </a:endParaRPr>
          </a:p>
        </p:txBody>
      </p: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422B2B78-43F8-EDD5-D379-9B588B7627C3}"/>
              </a:ext>
            </a:extLst>
          </p:cNvPr>
          <p:cNvCxnSpPr>
            <a:cxnSpLocks/>
            <a:stCxn id="34" idx="1"/>
            <a:endCxn id="33" idx="2"/>
          </p:cNvCxnSpPr>
          <p:nvPr/>
        </p:nvCxnSpPr>
        <p:spPr>
          <a:xfrm rot="10800000" flipH="1">
            <a:off x="9938093" y="806241"/>
            <a:ext cx="323318" cy="276097"/>
          </a:xfrm>
          <a:prstGeom prst="bentConnector4">
            <a:avLst>
              <a:gd name="adj1" fmla="val -70704"/>
              <a:gd name="adj2" fmla="val 68532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12F937BC-79A1-D541-9254-F60F8E982E10}"/>
              </a:ext>
            </a:extLst>
          </p:cNvPr>
          <p:cNvSpPr/>
          <p:nvPr/>
        </p:nvSpPr>
        <p:spPr>
          <a:xfrm>
            <a:off x="11015854" y="484371"/>
            <a:ext cx="321976" cy="321869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40F0F610-C078-9916-52BC-8F2658B6ADB9}"/>
              </a:ext>
            </a:extLst>
          </p:cNvPr>
          <p:cNvSpPr txBox="1"/>
          <p:nvPr/>
        </p:nvSpPr>
        <p:spPr>
          <a:xfrm>
            <a:off x="11027376" y="917717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>
                <a:solidFill>
                  <a:schemeClr val="accent1"/>
                </a:solidFill>
              </a:rPr>
              <a:t>Toggle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dark</a:t>
            </a:r>
            <a:r>
              <a:rPr lang="de-DE" sz="1000" dirty="0">
                <a:solidFill>
                  <a:schemeClr val="accent1"/>
                </a:solidFill>
              </a:rPr>
              <a:t>/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 err="1">
                <a:solidFill>
                  <a:schemeClr val="accent1"/>
                </a:solidFill>
              </a:rPr>
              <a:t>bright</a:t>
            </a:r>
            <a:r>
              <a:rPr lang="de-DE" sz="1000" dirty="0">
                <a:solidFill>
                  <a:schemeClr val="accent1"/>
                </a:solidFill>
              </a:rPr>
              <a:t> design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28FC6572-7533-41E8-EFFC-204C09BDD23D}"/>
              </a:ext>
            </a:extLst>
          </p:cNvPr>
          <p:cNvCxnSpPr>
            <a:cxnSpLocks/>
            <a:stCxn id="44" idx="0"/>
            <a:endCxn id="43" idx="3"/>
          </p:cNvCxnSpPr>
          <p:nvPr/>
        </p:nvCxnSpPr>
        <p:spPr>
          <a:xfrm rot="16200000" flipV="1">
            <a:off x="11270498" y="712639"/>
            <a:ext cx="272411" cy="137746"/>
          </a:xfrm>
          <a:prstGeom prst="bent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hteck: abgerundete Ecken 47">
            <a:extLst>
              <a:ext uri="{FF2B5EF4-FFF2-40B4-BE49-F238E27FC236}">
                <a16:creationId xmlns:a16="http://schemas.microsoft.com/office/drawing/2014/main" id="{39A3730B-044A-A775-19B6-7A9486232E5D}"/>
              </a:ext>
            </a:extLst>
          </p:cNvPr>
          <p:cNvSpPr/>
          <p:nvPr/>
        </p:nvSpPr>
        <p:spPr>
          <a:xfrm>
            <a:off x="4568091" y="3588921"/>
            <a:ext cx="276136" cy="321869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9" name="Verbinder: gewinkelt 48">
            <a:extLst>
              <a:ext uri="{FF2B5EF4-FFF2-40B4-BE49-F238E27FC236}">
                <a16:creationId xmlns:a16="http://schemas.microsoft.com/office/drawing/2014/main" id="{4D2C82E3-A8F7-87C5-C000-BEC4552ABAC5}"/>
              </a:ext>
            </a:extLst>
          </p:cNvPr>
          <p:cNvCxnSpPr>
            <a:cxnSpLocks/>
            <a:stCxn id="52" idx="1"/>
            <a:endCxn id="48" idx="3"/>
          </p:cNvCxnSpPr>
          <p:nvPr/>
        </p:nvCxnSpPr>
        <p:spPr>
          <a:xfrm rot="10800000" flipV="1">
            <a:off x="4844228" y="3574894"/>
            <a:ext cx="460689" cy="174961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85F46B7B-E19B-D643-B46F-3A0FC2330249}"/>
              </a:ext>
            </a:extLst>
          </p:cNvPr>
          <p:cNvSpPr txBox="1"/>
          <p:nvPr/>
        </p:nvSpPr>
        <p:spPr>
          <a:xfrm>
            <a:off x="5304916" y="3297896"/>
            <a:ext cx="1156086" cy="553998"/>
          </a:xfrm>
          <a:prstGeom prst="rect">
            <a:avLst/>
          </a:prstGeom>
          <a:solidFill>
            <a:srgbClr val="DCEAF7">
              <a:alpha val="67843"/>
            </a:srgbClr>
          </a:solidFill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accent1"/>
                </a:solidFill>
              </a:rPr>
              <a:t>Flip </a:t>
            </a:r>
            <a:r>
              <a:rPr lang="de-DE" sz="1000" dirty="0" err="1">
                <a:solidFill>
                  <a:schemeClr val="accent1"/>
                </a:solidFill>
              </a:rPr>
              <a:t>the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board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 err="1">
                <a:solidFill>
                  <a:schemeClr val="accent1"/>
                </a:solidFill>
              </a:rPr>
              <a:t>horizontally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>
                <a:solidFill>
                  <a:schemeClr val="accent1"/>
                </a:solidFill>
              </a:rPr>
              <a:t>(</a:t>
            </a:r>
            <a:r>
              <a:rPr lang="de-DE" sz="1000" dirty="0" err="1">
                <a:solidFill>
                  <a:schemeClr val="accent1"/>
                </a:solidFill>
              </a:rPr>
              <a:t>left</a:t>
            </a:r>
            <a:r>
              <a:rPr lang="de-DE" sz="1000" dirty="0">
                <a:solidFill>
                  <a:schemeClr val="accent1"/>
                </a:solidFill>
              </a:rPr>
              <a:t>/</a:t>
            </a:r>
            <a:r>
              <a:rPr lang="de-DE" sz="1000" dirty="0" err="1">
                <a:solidFill>
                  <a:schemeClr val="accent1"/>
                </a:solidFill>
              </a:rPr>
              <a:t>right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bearoff</a:t>
            </a:r>
            <a:r>
              <a:rPr lang="de-DE" sz="10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54" name="Rechteck: abgerundete Ecken 53">
            <a:extLst>
              <a:ext uri="{FF2B5EF4-FFF2-40B4-BE49-F238E27FC236}">
                <a16:creationId xmlns:a16="http://schemas.microsoft.com/office/drawing/2014/main" id="{380A5D1A-D79C-45E4-3414-AACA681C5FF3}"/>
              </a:ext>
            </a:extLst>
          </p:cNvPr>
          <p:cNvSpPr/>
          <p:nvPr/>
        </p:nvSpPr>
        <p:spPr>
          <a:xfrm>
            <a:off x="9405584" y="1431832"/>
            <a:ext cx="2635179" cy="2085109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E566F2A4-71DC-F63A-BBE5-7B6AD3D3F062}"/>
              </a:ext>
            </a:extLst>
          </p:cNvPr>
          <p:cNvSpPr txBox="1"/>
          <p:nvPr/>
        </p:nvSpPr>
        <p:spPr>
          <a:xfrm>
            <a:off x="7706421" y="2200008"/>
            <a:ext cx="1343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accent1"/>
                </a:solidFill>
              </a:rPr>
              <a:t>Quiz </a:t>
            </a:r>
            <a:r>
              <a:rPr lang="de-DE" sz="1000" dirty="0" err="1">
                <a:solidFill>
                  <a:schemeClr val="accent1"/>
                </a:solidFill>
              </a:rPr>
              <a:t>area</a:t>
            </a:r>
            <a:r>
              <a:rPr lang="de-DE" sz="1000" dirty="0">
                <a:solidFill>
                  <a:schemeClr val="accent1"/>
                </a:solidFill>
              </a:rPr>
              <a:t>: </a:t>
            </a:r>
            <a:r>
              <a:rPr lang="de-DE" sz="1000" dirty="0" err="1">
                <a:solidFill>
                  <a:schemeClr val="accent1"/>
                </a:solidFill>
              </a:rPr>
              <a:t>select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 err="1">
                <a:solidFill>
                  <a:schemeClr val="accent1"/>
                </a:solidFill>
              </a:rPr>
              <a:t>the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best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move</a:t>
            </a:r>
            <a:r>
              <a:rPr lang="de-DE" sz="1000" dirty="0">
                <a:solidFill>
                  <a:schemeClr val="accent1"/>
                </a:solidFill>
              </a:rPr>
              <a:t> and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 err="1">
                <a:solidFill>
                  <a:schemeClr val="accent1"/>
                </a:solidFill>
              </a:rPr>
              <a:t>click</a:t>
            </a:r>
            <a:r>
              <a:rPr lang="de-DE" sz="1000" dirty="0">
                <a:solidFill>
                  <a:schemeClr val="accent1"/>
                </a:solidFill>
              </a:rPr>
              <a:t> „rate </a:t>
            </a:r>
            <a:r>
              <a:rPr lang="de-DE" sz="1000" dirty="0" err="1">
                <a:solidFill>
                  <a:schemeClr val="accent1"/>
                </a:solidFill>
              </a:rPr>
              <a:t>my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guess</a:t>
            </a:r>
            <a:r>
              <a:rPr lang="de-DE" sz="1000" dirty="0">
                <a:solidFill>
                  <a:schemeClr val="accent1"/>
                </a:solidFill>
              </a:rPr>
              <a:t>“</a:t>
            </a:r>
          </a:p>
        </p:txBody>
      </p:sp>
      <p:cxnSp>
        <p:nvCxnSpPr>
          <p:cNvPr id="56" name="Verbinder: gewinkelt 55">
            <a:extLst>
              <a:ext uri="{FF2B5EF4-FFF2-40B4-BE49-F238E27FC236}">
                <a16:creationId xmlns:a16="http://schemas.microsoft.com/office/drawing/2014/main" id="{954B1C91-117D-C5DF-A429-243A5DC66A70}"/>
              </a:ext>
            </a:extLst>
          </p:cNvPr>
          <p:cNvCxnSpPr>
            <a:cxnSpLocks/>
            <a:stCxn id="55" idx="3"/>
            <a:endCxn id="54" idx="1"/>
          </p:cNvCxnSpPr>
          <p:nvPr/>
        </p:nvCxnSpPr>
        <p:spPr>
          <a:xfrm flipV="1">
            <a:off x="9050059" y="2474387"/>
            <a:ext cx="355525" cy="2620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hteck: abgerundete Ecken 58">
            <a:extLst>
              <a:ext uri="{FF2B5EF4-FFF2-40B4-BE49-F238E27FC236}">
                <a16:creationId xmlns:a16="http://schemas.microsoft.com/office/drawing/2014/main" id="{D93DDBD4-2801-30E6-0D55-FEEA77B30977}"/>
              </a:ext>
            </a:extLst>
          </p:cNvPr>
          <p:cNvSpPr/>
          <p:nvPr/>
        </p:nvSpPr>
        <p:spPr>
          <a:xfrm>
            <a:off x="78338" y="863689"/>
            <a:ext cx="859265" cy="321869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0" name="Verbinder: gewinkelt 59">
            <a:extLst>
              <a:ext uri="{FF2B5EF4-FFF2-40B4-BE49-F238E27FC236}">
                <a16:creationId xmlns:a16="http://schemas.microsoft.com/office/drawing/2014/main" id="{3D70A401-4245-FE63-181D-D22928AE93B7}"/>
              </a:ext>
            </a:extLst>
          </p:cNvPr>
          <p:cNvCxnSpPr>
            <a:cxnSpLocks/>
            <a:stCxn id="63" idx="1"/>
            <a:endCxn id="59" idx="2"/>
          </p:cNvCxnSpPr>
          <p:nvPr/>
        </p:nvCxnSpPr>
        <p:spPr>
          <a:xfrm rot="10800000">
            <a:off x="507972" y="1185558"/>
            <a:ext cx="248165" cy="522364"/>
          </a:xfrm>
          <a:prstGeom prst="bent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EE42B440-E91A-FA1E-83D1-66BE271E3500}"/>
              </a:ext>
            </a:extLst>
          </p:cNvPr>
          <p:cNvSpPr txBox="1"/>
          <p:nvPr/>
        </p:nvSpPr>
        <p:spPr>
          <a:xfrm>
            <a:off x="756136" y="1353979"/>
            <a:ext cx="1037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accent1"/>
                </a:solidFill>
              </a:rPr>
              <a:t>Back </a:t>
            </a:r>
            <a:r>
              <a:rPr lang="de-DE" sz="1000" dirty="0" err="1">
                <a:solidFill>
                  <a:schemeClr val="accent1"/>
                </a:solidFill>
              </a:rPr>
              <a:t>to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adding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 err="1">
                <a:solidFill>
                  <a:schemeClr val="accent1"/>
                </a:solidFill>
              </a:rPr>
              <a:t>quizzes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or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 err="1">
                <a:solidFill>
                  <a:schemeClr val="accent1"/>
                </a:solidFill>
              </a:rPr>
              <a:t>viewing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stats</a:t>
            </a:r>
            <a:r>
              <a:rPr lang="de-DE" sz="1000" dirty="0">
                <a:solidFill>
                  <a:schemeClr val="accent1"/>
                </a:solidFill>
              </a:rPr>
              <a:t> / 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 err="1">
                <a:solidFill>
                  <a:schemeClr val="accent1"/>
                </a:solidFill>
              </a:rPr>
              <a:t>documentation</a:t>
            </a:r>
            <a:endParaRPr lang="de-DE" sz="1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002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C37C789C-6681-2F41-66FA-DB2537C1E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7138"/>
            <a:ext cx="12192000" cy="6083724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59BA914-D3BB-7D2E-97F3-0F242BD5737D}"/>
              </a:ext>
            </a:extLst>
          </p:cNvPr>
          <p:cNvSpPr/>
          <p:nvPr/>
        </p:nvSpPr>
        <p:spPr>
          <a:xfrm>
            <a:off x="10473355" y="3079697"/>
            <a:ext cx="586397" cy="321869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1BC11D8-F225-CED2-5668-80F2F61CB844}"/>
              </a:ext>
            </a:extLst>
          </p:cNvPr>
          <p:cNvSpPr txBox="1"/>
          <p:nvPr/>
        </p:nvSpPr>
        <p:spPr>
          <a:xfrm>
            <a:off x="10511474" y="2635143"/>
            <a:ext cx="1507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>
                <a:solidFill>
                  <a:schemeClr val="accent1"/>
                </a:solidFill>
              </a:rPr>
              <a:t>Proceed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to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the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next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quiz</a:t>
            </a:r>
            <a:endParaRPr lang="de-DE" sz="1000" dirty="0">
              <a:solidFill>
                <a:schemeClr val="accent1"/>
              </a:solidFill>
            </a:endParaRPr>
          </a:p>
        </p:txBody>
      </p:sp>
      <p:cxnSp>
        <p:nvCxnSpPr>
          <p:cNvPr id="9" name="Verbinder: gewinkelt 8">
            <a:extLst>
              <a:ext uri="{FF2B5EF4-FFF2-40B4-BE49-F238E27FC236}">
                <a16:creationId xmlns:a16="http://schemas.microsoft.com/office/drawing/2014/main" id="{0A8563AB-0086-6C30-3769-556329515324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rot="5400000">
            <a:off x="10982765" y="2958351"/>
            <a:ext cx="359268" cy="205294"/>
          </a:xfrm>
          <a:prstGeom prst="bent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28912B5-34FC-6A80-AD88-9CDB1655A0A8}"/>
              </a:ext>
            </a:extLst>
          </p:cNvPr>
          <p:cNvSpPr/>
          <p:nvPr/>
        </p:nvSpPr>
        <p:spPr>
          <a:xfrm>
            <a:off x="11484315" y="3794762"/>
            <a:ext cx="305164" cy="1313667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36E8C02-1DB5-B51B-4B51-AA68021FB3D0}"/>
              </a:ext>
            </a:extLst>
          </p:cNvPr>
          <p:cNvSpPr txBox="1"/>
          <p:nvPr/>
        </p:nvSpPr>
        <p:spPr>
          <a:xfrm>
            <a:off x="10984961" y="5327702"/>
            <a:ext cx="116891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000" dirty="0" err="1">
                <a:solidFill>
                  <a:schemeClr val="accent1"/>
                </a:solidFill>
              </a:rPr>
              <a:t>Which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move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is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 err="1">
                <a:solidFill>
                  <a:schemeClr val="accent1"/>
                </a:solidFill>
              </a:rPr>
              <a:t>the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best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move</a:t>
            </a:r>
            <a:r>
              <a:rPr lang="de-DE" sz="1000" dirty="0">
                <a:solidFill>
                  <a:schemeClr val="accent1"/>
                </a:solidFill>
              </a:rPr>
              <a:t>?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 err="1">
                <a:solidFill>
                  <a:schemeClr val="accent1"/>
                </a:solidFill>
              </a:rPr>
              <a:t>Which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one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did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 err="1">
                <a:solidFill>
                  <a:schemeClr val="accent1"/>
                </a:solidFill>
              </a:rPr>
              <a:t>you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make</a:t>
            </a:r>
            <a:r>
              <a:rPr lang="de-DE" sz="1000" dirty="0">
                <a:solidFill>
                  <a:schemeClr val="accent1"/>
                </a:solidFill>
              </a:rPr>
              <a:t>? „Alt“ =</a:t>
            </a:r>
          </a:p>
          <a:p>
            <a:pPr algn="r"/>
            <a:r>
              <a:rPr lang="de-DE" sz="1000" dirty="0">
                <a:solidFill>
                  <a:schemeClr val="accent1"/>
                </a:solidFill>
              </a:rPr>
              <a:t>Alternative </a:t>
            </a:r>
            <a:r>
              <a:rPr lang="de-DE" sz="1000" dirty="0" err="1">
                <a:solidFill>
                  <a:schemeClr val="accent1"/>
                </a:solidFill>
              </a:rPr>
              <a:t>move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 err="1">
                <a:solidFill>
                  <a:schemeClr val="accent1"/>
                </a:solidFill>
              </a:rPr>
              <a:t>added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for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having</a:t>
            </a: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 err="1">
                <a:solidFill>
                  <a:schemeClr val="accent1"/>
                </a:solidFill>
              </a:rPr>
              <a:t>more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choices</a:t>
            </a:r>
            <a:endParaRPr lang="de-DE" sz="1000" dirty="0">
              <a:solidFill>
                <a:schemeClr val="accent1"/>
              </a:solidFill>
            </a:endParaRPr>
          </a:p>
        </p:txBody>
      </p:sp>
      <p:cxnSp>
        <p:nvCxnSpPr>
          <p:cNvPr id="13" name="Verbinder: gewinkelt 12">
            <a:extLst>
              <a:ext uri="{FF2B5EF4-FFF2-40B4-BE49-F238E27FC236}">
                <a16:creationId xmlns:a16="http://schemas.microsoft.com/office/drawing/2014/main" id="{D656A454-B9B4-1AB7-5522-53CE9C401E59}"/>
              </a:ext>
            </a:extLst>
          </p:cNvPr>
          <p:cNvCxnSpPr>
            <a:cxnSpLocks/>
            <a:stCxn id="12" idx="0"/>
            <a:endCxn id="11" idx="3"/>
          </p:cNvCxnSpPr>
          <p:nvPr/>
        </p:nvCxnSpPr>
        <p:spPr>
          <a:xfrm rot="5400000" flipH="1" flipV="1">
            <a:off x="11241394" y="4779618"/>
            <a:ext cx="876106" cy="220063"/>
          </a:xfrm>
          <a:prstGeom prst="bentConnector4">
            <a:avLst>
              <a:gd name="adj1" fmla="val 12514"/>
              <a:gd name="adj2" fmla="val 203879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80BD8D5B-9CE9-40E4-490C-539FC4266DE3}"/>
              </a:ext>
            </a:extLst>
          </p:cNvPr>
          <p:cNvSpPr/>
          <p:nvPr/>
        </p:nvSpPr>
        <p:spPr>
          <a:xfrm>
            <a:off x="11039505" y="3801742"/>
            <a:ext cx="444809" cy="1313667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AB1A223-B116-B000-5EF9-C3707784CB12}"/>
              </a:ext>
            </a:extLst>
          </p:cNvPr>
          <p:cNvSpPr txBox="1"/>
          <p:nvPr/>
        </p:nvSpPr>
        <p:spPr>
          <a:xfrm>
            <a:off x="9099495" y="5776172"/>
            <a:ext cx="1667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accent1"/>
                </a:solidFill>
              </a:rPr>
              <a:t>Equity </a:t>
            </a:r>
            <a:r>
              <a:rPr lang="de-DE" sz="1000" dirty="0" err="1">
                <a:solidFill>
                  <a:schemeClr val="accent1"/>
                </a:solidFill>
              </a:rPr>
              <a:t>info</a:t>
            </a:r>
            <a:r>
              <a:rPr lang="de-DE" sz="1000" dirty="0">
                <a:solidFill>
                  <a:schemeClr val="accent1"/>
                </a:solidFill>
              </a:rPr>
              <a:t>: match </a:t>
            </a:r>
            <a:r>
              <a:rPr lang="de-DE" sz="1000" dirty="0" err="1">
                <a:solidFill>
                  <a:schemeClr val="accent1"/>
                </a:solidFill>
              </a:rPr>
              <a:t>equity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of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the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best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move</a:t>
            </a:r>
            <a:r>
              <a:rPr lang="de-DE" sz="1000" dirty="0">
                <a:solidFill>
                  <a:schemeClr val="accent1"/>
                </a:solidFill>
              </a:rPr>
              <a:t>; relative </a:t>
            </a:r>
            <a:r>
              <a:rPr lang="de-DE" sz="1000" dirty="0" err="1">
                <a:solidFill>
                  <a:schemeClr val="accent1"/>
                </a:solidFill>
              </a:rPr>
              <a:t>equity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to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the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best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move</a:t>
            </a:r>
            <a:r>
              <a:rPr lang="de-DE" sz="1000" dirty="0">
                <a:solidFill>
                  <a:schemeClr val="accent1"/>
                </a:solidFill>
              </a:rPr>
              <a:t> in </a:t>
            </a:r>
            <a:r>
              <a:rPr lang="de-DE" sz="1000" dirty="0" err="1">
                <a:solidFill>
                  <a:schemeClr val="accent1"/>
                </a:solidFill>
              </a:rPr>
              <a:t>brackets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for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the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others</a:t>
            </a:r>
            <a:endParaRPr lang="de-DE" sz="1000" dirty="0">
              <a:solidFill>
                <a:schemeClr val="accent1"/>
              </a:solidFill>
            </a:endParaRPr>
          </a:p>
        </p:txBody>
      </p:sp>
      <p:cxnSp>
        <p:nvCxnSpPr>
          <p:cNvPr id="18" name="Verbinder: gewinkelt 17">
            <a:extLst>
              <a:ext uri="{FF2B5EF4-FFF2-40B4-BE49-F238E27FC236}">
                <a16:creationId xmlns:a16="http://schemas.microsoft.com/office/drawing/2014/main" id="{2879CE21-7B7D-82DA-00B8-C3992EB62912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10766553" y="4458576"/>
            <a:ext cx="272952" cy="1671539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3A10CD50-626D-8CAF-344B-0554C5582137}"/>
              </a:ext>
            </a:extLst>
          </p:cNvPr>
          <p:cNvSpPr/>
          <p:nvPr/>
        </p:nvSpPr>
        <p:spPr>
          <a:xfrm>
            <a:off x="9534889" y="5327702"/>
            <a:ext cx="1319248" cy="321869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6D5069F-9924-48CB-B014-896A2CEFF7FD}"/>
              </a:ext>
            </a:extLst>
          </p:cNvPr>
          <p:cNvSpPr txBox="1"/>
          <p:nvPr/>
        </p:nvSpPr>
        <p:spPr>
          <a:xfrm>
            <a:off x="7650134" y="4535706"/>
            <a:ext cx="16670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dirty="0">
                <a:solidFill>
                  <a:schemeClr val="accent1"/>
                </a:solidFill>
              </a:rPr>
              <a:t>Opens </a:t>
            </a:r>
            <a:r>
              <a:rPr lang="de-DE" sz="1000" dirty="0" err="1">
                <a:solidFill>
                  <a:schemeClr val="accent1"/>
                </a:solidFill>
              </a:rPr>
              <a:t>another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browser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tab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with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the</a:t>
            </a:r>
            <a:r>
              <a:rPr lang="de-DE" sz="1000" dirty="0">
                <a:solidFill>
                  <a:schemeClr val="accent1"/>
                </a:solidFill>
              </a:rPr>
              <a:t> DailyGammon </a:t>
            </a:r>
            <a:r>
              <a:rPr lang="de-DE" sz="1000" dirty="0" err="1">
                <a:solidFill>
                  <a:schemeClr val="accent1"/>
                </a:solidFill>
              </a:rPr>
              <a:t>app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showing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this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move</a:t>
            </a:r>
            <a:r>
              <a:rPr lang="de-DE" sz="1000" dirty="0">
                <a:solidFill>
                  <a:schemeClr val="accent1"/>
                </a:solidFill>
              </a:rPr>
              <a:t> in </a:t>
            </a:r>
            <a:r>
              <a:rPr lang="de-DE" sz="1000" dirty="0" err="1">
                <a:solidFill>
                  <a:schemeClr val="accent1"/>
                </a:solidFill>
              </a:rPr>
              <a:t>your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actual</a:t>
            </a:r>
            <a:r>
              <a:rPr lang="de-DE" sz="1000" dirty="0">
                <a:solidFill>
                  <a:schemeClr val="accent1"/>
                </a:solidFill>
              </a:rPr>
              <a:t> match</a:t>
            </a:r>
            <a:br>
              <a:rPr lang="de-DE" sz="1000" dirty="0">
                <a:solidFill>
                  <a:schemeClr val="accent1"/>
                </a:solidFill>
              </a:rPr>
            </a:b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>
                <a:solidFill>
                  <a:schemeClr val="accent1"/>
                </a:solidFill>
              </a:rPr>
              <a:t>(</a:t>
            </a:r>
            <a:r>
              <a:rPr lang="de-DE" sz="1000" dirty="0" err="1">
                <a:solidFill>
                  <a:schemeClr val="accent1"/>
                </a:solidFill>
              </a:rPr>
              <a:t>for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the</a:t>
            </a:r>
            <a:r>
              <a:rPr lang="de-DE" sz="1000" dirty="0">
                <a:solidFill>
                  <a:schemeClr val="accent1"/>
                </a:solidFill>
              </a:rPr>
              <a:t> „I </a:t>
            </a:r>
            <a:r>
              <a:rPr lang="de-DE" sz="1000" dirty="0" err="1">
                <a:solidFill>
                  <a:schemeClr val="accent1"/>
                </a:solidFill>
              </a:rPr>
              <a:t>can‘t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believe</a:t>
            </a:r>
            <a:r>
              <a:rPr lang="de-DE" sz="1000" dirty="0">
                <a:solidFill>
                  <a:schemeClr val="accent1"/>
                </a:solidFill>
              </a:rPr>
              <a:t> I </a:t>
            </a:r>
            <a:r>
              <a:rPr lang="de-DE" sz="1000" dirty="0" err="1">
                <a:solidFill>
                  <a:schemeClr val="accent1"/>
                </a:solidFill>
              </a:rPr>
              <a:t>actually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played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r>
              <a:rPr lang="de-DE" sz="1000" dirty="0" err="1">
                <a:solidFill>
                  <a:schemeClr val="accent1"/>
                </a:solidFill>
              </a:rPr>
              <a:t>this</a:t>
            </a:r>
            <a:r>
              <a:rPr lang="de-DE" sz="1000" dirty="0">
                <a:solidFill>
                  <a:schemeClr val="accent1"/>
                </a:solidFill>
              </a:rPr>
              <a:t>“ </a:t>
            </a:r>
            <a:r>
              <a:rPr lang="de-DE" sz="1000" dirty="0" err="1">
                <a:solidFill>
                  <a:schemeClr val="accent1"/>
                </a:solidFill>
              </a:rPr>
              <a:t>effect</a:t>
            </a:r>
            <a:r>
              <a:rPr lang="de-DE" sz="1000" dirty="0">
                <a:solidFill>
                  <a:schemeClr val="accent1"/>
                </a:solidFill>
              </a:rPr>
              <a:t>)</a:t>
            </a:r>
          </a:p>
        </p:txBody>
      </p:sp>
      <p:cxnSp>
        <p:nvCxnSpPr>
          <p:cNvPr id="27" name="Verbinder: gewinkelt 26">
            <a:extLst>
              <a:ext uri="{FF2B5EF4-FFF2-40B4-BE49-F238E27FC236}">
                <a16:creationId xmlns:a16="http://schemas.microsoft.com/office/drawing/2014/main" id="{137F62B5-39E0-220D-1D14-F4C361BFA909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>
            <a:off x="9317192" y="5197426"/>
            <a:ext cx="217697" cy="291211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489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Breitbild</PresentationFormat>
  <Paragraphs>14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Karlheinz Agsteiner</dc:creator>
  <cp:lastModifiedBy>Karlheinz Agsteiner</cp:lastModifiedBy>
  <cp:revision>1</cp:revision>
  <dcterms:created xsi:type="dcterms:W3CDTF">2026-02-22T05:19:43Z</dcterms:created>
  <dcterms:modified xsi:type="dcterms:W3CDTF">2026-02-22T05:51:42Z</dcterms:modified>
</cp:coreProperties>
</file>